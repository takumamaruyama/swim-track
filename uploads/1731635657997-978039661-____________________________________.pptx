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8382000" cy="4714875"/>
  <p:notesSz cx="4714875" cy="838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タイトルスライド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イントロダクションと目標、自己紹介、チームの全体目標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リーダーシップ、協力、挑戦心、礼儀正しさの例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技術の向上、スピード、メンタルの強さ、チームワークの例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競泳のルール（壁から15mまで潜水可能）図解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スタート、ターン技術、息のコントロールの例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スタート時の姿勢、ターンの練習、日々の挑戦のリスト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努力を続ける重要性を強調する写真やイメージ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これまでのポイントを簡潔にまとめたキーワード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40320" y="1957387"/>
            <a:ext cx="59803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養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ctr">
              <a:lnSpc>
                <a:spcPts val="5900"/>
              </a:lnSpc>
            </a:pPr>
            <a:r>
              <a:rPr lang="en-US" sz="37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28" y="2366225"/>
            <a:ext cx="2033850" cy="22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己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紹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57242" y="2787632"/>
            <a:ext cx="20338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己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紹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じ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ち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者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ょ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8406" y="2366225"/>
            <a:ext cx="2036323" cy="22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8417" y="2787632"/>
            <a:ext cx="2033599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っ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む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ォ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功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求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72809" y="2366225"/>
            <a:ext cx="2033850" cy="22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2820" y="2787632"/>
            <a:ext cx="20338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ャ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員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神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育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点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300"/>
              </a:lnSpc>
            </a:pPr>
            <a:r>
              <a:rPr lang="en-US" sz="10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ち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endParaRPr lang="en-US" sz="1500" dirty="0"/>
          </a:p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endParaRPr lang="en-US" sz="1500" dirty="0"/>
          </a:p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3839" y="1577793"/>
            <a:ext cx="2176139" cy="5429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7979" y="173495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88773" y="157779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っ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囲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3839" y="2422178"/>
            <a:ext cx="2176139" cy="5429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87982" y="2579341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88776" y="2422179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識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者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3839" y="3266563"/>
            <a:ext cx="2176139" cy="5429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87982" y="3318951"/>
            <a:ext cx="19278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endParaRPr lang="en-US" sz="1200" dirty="0"/>
          </a:p>
          <a:p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礼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儀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600"/>
              </a:lnSpc>
            </a:pPr>
            <a:r>
              <a:rPr lang="en-US" sz="12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988776" y="326656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ず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者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謝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778793" y="183734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5058" y="1603987"/>
            <a:ext cx="238125" cy="238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8793" y="2681734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058" y="2448372"/>
            <a:ext cx="238125" cy="2381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8793" y="352611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5058" y="3292757"/>
            <a:ext cx="238125" cy="2381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521" y="161925"/>
            <a:ext cx="1905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endParaRPr lang="en-US" sz="1500" dirty="0"/>
          </a:p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鍵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787979" y="173495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88773" y="157779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っ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787982" y="2579341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88776" y="2422179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己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87982" y="342372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88776" y="326656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励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能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8793" y="183734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8793" y="2681734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8793" y="352611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29789" y="1752332"/>
            <a:ext cx="492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08695" y="1862509"/>
            <a:ext cx="18918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8237" y="2344173"/>
            <a:ext cx="2241101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能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ぎ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endParaRPr lang="en-US" sz="1500" dirty="0"/>
          </a:p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せ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99721" y="1752332"/>
            <a:ext cx="492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34215" y="1752332"/>
            <a:ext cx="492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3121" y="1862509"/>
            <a:ext cx="18918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22664" y="2344173"/>
            <a:ext cx="2241101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吸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endParaRPr lang="en-US" sz="1500" dirty="0"/>
          </a:p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距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離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787979" y="173495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88773" y="157779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距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伸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ば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787982" y="2579341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88776" y="2422179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換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減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能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87982" y="342372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息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88776" y="326656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吸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ぶ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距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8793" y="183734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8793" y="2681734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8793" y="352611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勢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じ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紹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3839" y="1577793"/>
            <a:ext cx="2176139" cy="5429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7979" y="173495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姿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勢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88773" y="157779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張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ょ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へ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ズ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移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能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3839" y="2422178"/>
            <a:ext cx="2176139" cy="5429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87982" y="2579341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88776" y="2422179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鍵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転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識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ょ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慣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へ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3839" y="3266563"/>
            <a:ext cx="2176139" cy="5429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87982" y="3423726"/>
            <a:ext cx="1927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ctr">
              <a:lnSpc>
                <a:spcPts val="1400"/>
              </a:lnSpc>
            </a:pPr>
            <a:r>
              <a:rPr lang="en-US" sz="1200" b="1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988776" y="3266564"/>
            <a:ext cx="3614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頑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張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ょ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ば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秒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ｍ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切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200"/>
              </a:lnSpc>
            </a:pPr>
            <a:r>
              <a:rPr lang="en-US" sz="1000" b="0" i="0" u="none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778793" y="183734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5058" y="1603987"/>
            <a:ext cx="238125" cy="238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8793" y="2681734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058" y="2448372"/>
            <a:ext cx="238125" cy="2381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8793" y="3526119"/>
            <a:ext cx="8306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l">
              <a:lnSpc>
                <a:spcPts val="1500"/>
              </a:lnSpc>
            </a:pPr>
            <a:r>
              <a:rPr lang="en-US" sz="1000" b="1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5058" y="3292757"/>
            <a:ext cx="238125" cy="2381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521" y="161925"/>
            <a:ext cx="1905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29789" y="1752332"/>
            <a:ext cx="492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08695" y="1748209"/>
            <a:ext cx="189187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endParaRPr lang="en-US" sz="1300" dirty="0"/>
          </a:p>
          <a:p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ね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8237" y="2344173"/>
            <a:ext cx="2241101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ね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歩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ね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47" y="619125"/>
            <a:ext cx="66675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果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鍵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99721" y="1752332"/>
            <a:ext cx="492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34215" y="1752332"/>
            <a:ext cx="492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pPr algn="ctr">
              <a:lnSpc>
                <a:spcPts val="2300"/>
              </a:lnSpc>
            </a:pPr>
            <a:r>
              <a:rPr lang="en-US" sz="1600" b="0" i="0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3121" y="1748209"/>
            <a:ext cx="189187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3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22664" y="2344173"/>
            <a:ext cx="2241101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々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努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録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捗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己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  <a:p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録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ョ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維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ち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900"/>
              </a:lnSpc>
            </a:pPr>
            <a:r>
              <a:rPr lang="en-US" sz="12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0" y="619125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ャ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ctr">
              <a:lnSpc>
                <a:spcPts val="1700"/>
              </a:lnSpc>
            </a:pPr>
            <a:r>
              <a:rPr lang="en-US" sz="15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436835" y="3404241"/>
            <a:ext cx="3067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己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37901" y="3375666"/>
            <a:ext cx="2810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500" b="0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436835" y="2737490"/>
            <a:ext cx="3067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37901" y="2708916"/>
            <a:ext cx="2810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500" b="0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36835" y="2070740"/>
            <a:ext cx="3067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ャ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600"/>
              </a:lnSpc>
            </a:pPr>
            <a:r>
              <a:rPr lang="en-US" sz="1200" b="1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力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37901" y="2042165"/>
            <a:ext cx="2810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500" b="0" i="0" u="none" dirty="0">
                <a:solidFill>
                  <a:srgbClr val="00AF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4692" y="180975"/>
            <a:ext cx="7905483" cy="17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輝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く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</a:t>
            </a:r>
            <a:pPr algn="l">
              <a:lnSpc>
                <a:spcPts val="1900"/>
              </a:lnSpc>
            </a:pPr>
            <a:r>
              <a:rPr lang="en-US" sz="1300" b="0" i="0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2024-09-06T05:21:05Z</dcterms:created>
  <dcterms:modified xsi:type="dcterms:W3CDTF">2024-09-06T05:21:05Z</dcterms:modified>
</cp:coreProperties>
</file>